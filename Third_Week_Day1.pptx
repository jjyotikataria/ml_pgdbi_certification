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95" r:id="rId3"/>
    <p:sldId id="296" r:id="rId4"/>
    <p:sldId id="297" r:id="rId5"/>
    <p:sldId id="298" r:id="rId6"/>
    <p:sldId id="299" r:id="rId7"/>
    <p:sldId id="300" r:id="rId8"/>
    <p:sldId id="29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5807F-FC6D-4FE3-8515-77C72CC61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3B003D-C5DE-47AE-A8FE-6E958FCC6D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C1A0C-0EA7-4611-B766-B66926C8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DA01-561A-45A8-87C2-3A36F2458428}" type="datetimeFigureOut">
              <a:rPr lang="en-IN" smtClean="0"/>
              <a:t>31-01-2021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CD63F-FA78-4D8C-A853-4B91F1BD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BB6A9-7CCA-48A8-BF01-67382C85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57ED3-3B2D-4752-8745-1360D2004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96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540A5-B0F1-44ED-9162-DD25791C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928BD-B914-4659-B364-664F2830F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B68F5-61F1-4F87-98DC-E654CA808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DA01-561A-45A8-87C2-3A36F2458428}" type="datetimeFigureOut">
              <a:rPr lang="en-IN" smtClean="0"/>
              <a:t>31-01-2021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646B7-2187-47A4-9067-2F184863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8392F-2A90-47A1-AB8B-C3D87CED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57ED3-3B2D-4752-8745-1360D2004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37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0C9B9-20D4-4BD4-B12D-FA218C903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67A39-3906-4454-99C3-D9DE1D403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FB28C-C2B7-40FA-9612-11FCA484B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DA01-561A-45A8-87C2-3A36F2458428}" type="datetimeFigureOut">
              <a:rPr lang="en-IN" smtClean="0"/>
              <a:t>31-01-2021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156BB-A0EF-4057-9C0C-086782196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4073C-4E4B-4CCE-8683-684B75C8E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57ED3-3B2D-4752-8745-1360D2004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018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5FECB-A0D9-4FD9-AFBD-2CEC03AD8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5D5B-4773-48E6-866B-174BB3110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909F3-3CDB-4D6A-8AB2-1038B8773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02752-B4CF-45B7-8805-96970AC23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DA01-561A-45A8-87C2-3A36F2458428}" type="datetimeFigureOut">
              <a:rPr lang="en-IN" smtClean="0"/>
              <a:t>31-01-2021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6D3B5-D162-482C-B9B0-D13E77304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A1216-18A9-4E4E-924C-628562B6F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57ED3-3B2D-4752-8745-1360D2004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19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C70B-5899-492A-8064-5AC381EE9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2E0A2-487C-4C72-8FED-297E4409A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3D17E-E8BC-4F3E-9D21-B974888BF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FA0A63-8B60-4333-AF3E-FA8FF41792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12216D-5B9C-43EA-B67F-8AE4C6BC8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02F155-680F-45D7-A7BC-8C4F7F438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DA01-561A-45A8-87C2-3A36F2458428}" type="datetimeFigureOut">
              <a:rPr lang="en-IN" smtClean="0"/>
              <a:t>31-01-2021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1BB2C3-B594-4D34-B417-3E09DC4C3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9D010-0260-40AC-A0E6-7E6BED855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57ED3-3B2D-4752-8745-1360D2004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047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C5DA2-C254-47D9-95C4-0DEBCE128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EE9F86-4B16-4B06-B55D-DA2F26312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DA01-561A-45A8-87C2-3A36F2458428}" type="datetimeFigureOut">
              <a:rPr lang="en-IN" smtClean="0"/>
              <a:t>31-01-2021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6B25B-5BBF-422E-9A3E-DBA5646ED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F4D10-5D03-486E-A1DA-7831E4D5C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57ED3-3B2D-4752-8745-1360D2004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24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7F2816-4ABF-4686-8F3E-155AA426B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DA01-561A-45A8-87C2-3A36F2458428}" type="datetimeFigureOut">
              <a:rPr lang="en-IN" smtClean="0"/>
              <a:t>31-01-2021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88ACDA-6876-4C07-B6C6-75CBA050F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5628D-11B9-4978-B5E2-BCD4DD02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57ED3-3B2D-4752-8745-1360D2004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115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541D2-F243-4823-A286-507C4F062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E58E5-BE4C-4886-9746-A15FE703C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CE454E-57E1-419B-946D-960D1BB0F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DFBCF-6384-49CB-9C61-636E461DC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DA01-561A-45A8-87C2-3A36F2458428}" type="datetimeFigureOut">
              <a:rPr lang="en-IN" smtClean="0"/>
              <a:t>31-01-2021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8E154-1F48-4DC6-8243-A520000A6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71900-936C-43CD-A8A2-A3AC372F0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57ED3-3B2D-4752-8745-1360D2004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079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18DE-23CF-49A9-8452-B22B4F754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DADF6-60FD-4A95-B01B-84101F8DF6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BD2FC8-089F-45FF-9F9B-CA38E6746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86949-EDFA-4F4B-8DA3-995B2DFAF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DA01-561A-45A8-87C2-3A36F2458428}" type="datetimeFigureOut">
              <a:rPr lang="en-IN" smtClean="0"/>
              <a:t>31-01-2021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A3B3-DEEE-4BF1-96BE-FC3A26F9E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0D03C-BB88-4AAA-9F34-F2F22D44C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57ED3-3B2D-4752-8745-1360D2004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228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53E81-1A71-402D-9FC2-7678F6805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C3625B-38BE-4939-8F57-BE27CF18E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467B1-4171-443C-AEF0-0330BE37E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DA01-561A-45A8-87C2-3A36F2458428}" type="datetimeFigureOut">
              <a:rPr lang="en-IN" smtClean="0"/>
              <a:t>31-01-2021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3BE50-B257-49B9-8BC0-9115028FB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684BA-AFC7-4375-B25C-19E616F69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57ED3-3B2D-4752-8745-1360D2004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759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414339-3FDD-44EB-BA99-C56C31A998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856B98-A382-4F23-AFC8-1BE3842A0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7C113-56CF-48CD-A297-9E70ED970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DA01-561A-45A8-87C2-3A36F2458428}" type="datetimeFigureOut">
              <a:rPr lang="en-IN" smtClean="0"/>
              <a:t>31-01-2021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04CAC-A6B6-483C-83DB-891B48A8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6FE48-6146-46CE-A9D8-590710606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57ED3-3B2D-4752-8745-1360D2004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513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0F1C32-25BB-4A86-8540-3CE446E2D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DCB79-38DC-4232-BCEB-ED58A32A3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AC47C-6FF7-4AEF-B34C-FFAC42C2C9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8DA01-561A-45A8-87C2-3A36F2458428}" type="datetimeFigureOut">
              <a:rPr lang="en-IN" smtClean="0"/>
              <a:t>31-01-2021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84664-6826-4B6B-A314-DEEDA94F8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1287D-A051-4377-8E49-59558A34C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57ED3-3B2D-4752-8745-1360D2004A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411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D1CD5-4C7E-4D8D-8E7C-71795565AB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Module : </a:t>
            </a:r>
            <a:br>
              <a:rPr lang="en-US" dirty="0"/>
            </a:br>
            <a:r>
              <a:rPr lang="en-US" dirty="0"/>
              <a:t>Data Science &amp; Machine 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BAE6CB-2389-4BFA-913F-E2C500FF4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96264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Taught by-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Ms. Jyoti Kataria</a:t>
            </a:r>
          </a:p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</a:rPr>
              <a:t>Bioinformatics Analyst, Medgenome Labs Ltd.</a:t>
            </a:r>
          </a:p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</a:rPr>
              <a:t>M.Sc. Biotechnology, IIT Bombay</a:t>
            </a:r>
            <a:endParaRPr lang="en-IN" sz="20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C47AB8-663A-4371-AF35-3510B09C33F7}"/>
              </a:ext>
            </a:extLst>
          </p:cNvPr>
          <p:cNvSpPr txBox="1"/>
          <p:nvPr/>
        </p:nvSpPr>
        <p:spPr>
          <a:xfrm>
            <a:off x="3582649" y="3941503"/>
            <a:ext cx="6670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Session 3 : EDA &amp; Data Visualization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60661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BE66E-9A14-4C63-875B-3C0113DB7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892" y="2523710"/>
            <a:ext cx="10515600" cy="1325563"/>
          </a:xfrm>
        </p:spPr>
        <p:txBody>
          <a:bodyPr/>
          <a:lstStyle/>
          <a:p>
            <a:r>
              <a:rPr lang="en-US" dirty="0"/>
              <a:t>Quick recap!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251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5115C-0BF6-480E-B2F7-1A0D08D78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697B61-AF01-4F6C-87A8-6D849FF87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009" y="365125"/>
            <a:ext cx="11314107" cy="606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24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179F8-64DB-45C5-A591-0619BFAC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2 Recap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D74F7-3C5C-4823-9107-8C9B05F11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types; float, int, string, bool</a:t>
            </a:r>
          </a:p>
          <a:p>
            <a:r>
              <a:rPr lang="en-US" dirty="0"/>
              <a:t>Data structures; list, dictionary</a:t>
            </a:r>
          </a:p>
          <a:p>
            <a:r>
              <a:rPr lang="en-US" dirty="0"/>
              <a:t>Numeric operations</a:t>
            </a:r>
          </a:p>
          <a:p>
            <a:r>
              <a:rPr lang="en-US" dirty="0"/>
              <a:t>String operations; + and *</a:t>
            </a:r>
          </a:p>
          <a:p>
            <a:r>
              <a:rPr lang="en-US" dirty="0"/>
              <a:t>Loops; Functions</a:t>
            </a:r>
          </a:p>
          <a:p>
            <a:r>
              <a:rPr lang="en-US" dirty="0"/>
              <a:t>Data frame and its operations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4699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0586C-43E7-4A8D-A2DC-7A063C371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(will code)/(do data analysis)?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E09A-0F00-4333-9CA8-CF68C93B8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colaborator</a:t>
            </a:r>
            <a:r>
              <a:rPr lang="en-IN" dirty="0"/>
              <a:t>y : needs internet</a:t>
            </a:r>
          </a:p>
          <a:p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Jupyter notebook : needs internet</a:t>
            </a:r>
          </a:p>
          <a:p>
            <a:r>
              <a:rPr lang="en-US" dirty="0"/>
              <a:t>Virtual machine : depends</a:t>
            </a:r>
          </a:p>
          <a:p>
            <a:r>
              <a:rPr lang="en-US" dirty="0"/>
              <a:t>Python IDLE</a:t>
            </a:r>
          </a:p>
          <a:p>
            <a:r>
              <a:rPr lang="en-US" dirty="0"/>
              <a:t>Other code editors; VS Code, PyCharm etc (big projects)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83882A-7E3F-4FCB-BCEF-33816DF15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366" y="2509560"/>
            <a:ext cx="6326715" cy="114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075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8C330-C9ED-41BD-97FF-B502EE68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Topics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39235-D93B-4B81-B326-EA1DE692C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Bar Graph</a:t>
            </a:r>
          </a:p>
          <a:p>
            <a:r>
              <a:rPr lang="en-IN" dirty="0"/>
              <a:t>List comprehension</a:t>
            </a:r>
          </a:p>
          <a:p>
            <a:r>
              <a:rPr lang="en-IN" dirty="0"/>
              <a:t>Some </a:t>
            </a:r>
            <a:r>
              <a:rPr lang="en-IN" dirty="0" err="1"/>
              <a:t>numpy</a:t>
            </a:r>
            <a:r>
              <a:rPr lang="en-IN" dirty="0"/>
              <a:t> commands; </a:t>
            </a:r>
            <a:r>
              <a:rPr lang="en-IN" dirty="0" err="1"/>
              <a:t>np.arange</a:t>
            </a:r>
            <a:r>
              <a:rPr lang="en-IN" dirty="0"/>
              <a:t>, </a:t>
            </a:r>
            <a:r>
              <a:rPr lang="en-IN" dirty="0" err="1"/>
              <a:t>len</a:t>
            </a:r>
            <a:r>
              <a:rPr lang="en-IN" dirty="0"/>
              <a:t>, </a:t>
            </a:r>
            <a:r>
              <a:rPr lang="en-IN" dirty="0" err="1"/>
              <a:t>random.randint,size</a:t>
            </a:r>
            <a:endParaRPr lang="en-IN" dirty="0"/>
          </a:p>
          <a:p>
            <a:r>
              <a:rPr lang="en-IN" dirty="0"/>
              <a:t>Scatter Plot</a:t>
            </a:r>
          </a:p>
          <a:p>
            <a:r>
              <a:rPr lang="en-IN" dirty="0"/>
              <a:t>Line Plot</a:t>
            </a:r>
          </a:p>
          <a:p>
            <a:r>
              <a:rPr lang="en-IN" dirty="0"/>
              <a:t>Histogram</a:t>
            </a:r>
          </a:p>
          <a:p>
            <a:r>
              <a:rPr lang="en-IN" dirty="0"/>
              <a:t>Box Plot</a:t>
            </a:r>
          </a:p>
          <a:p>
            <a:r>
              <a:rPr lang="en-IN" dirty="0"/>
              <a:t>Case Study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850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F5F92-CFE6-4D42-BC39-DCEEB3AB9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Box Plot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A2E530-A135-4026-8F83-3BDE0FE5BE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4087" y="1511039"/>
            <a:ext cx="8589363" cy="4698956"/>
          </a:xfrm>
        </p:spPr>
      </p:pic>
    </p:spTree>
    <p:extLst>
      <p:ext uri="{BB962C8B-B14F-4D97-AF65-F5344CB8AC3E}">
        <p14:creationId xmlns:p14="http://schemas.microsoft.com/office/powerpoint/2010/main" val="3586734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1274-B304-4708-922B-899103B86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00C36-9A7F-4AE2-9F0E-AEB036ECC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4000" dirty="0"/>
              <a:t>                                    Thank you </a:t>
            </a:r>
            <a:r>
              <a:rPr lang="en-US" sz="4000" dirty="0">
                <a:sym typeface="Wingdings" panose="05000000000000000000" pitchFamily="2" charset="2"/>
              </a:rPr>
              <a:t>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002010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2891</TotalTime>
  <Words>151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Module :  Data Science &amp; Machine Learning</vt:lpstr>
      <vt:lpstr>Quick recap!</vt:lpstr>
      <vt:lpstr>PowerPoint Presentation</vt:lpstr>
      <vt:lpstr>Session 2 Recap</vt:lpstr>
      <vt:lpstr>Where we (will code)/(do data analysis)?</vt:lpstr>
      <vt:lpstr>Today’s Topics</vt:lpstr>
      <vt:lpstr>Box Plot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:  Data Science &amp; Machine Learning</dc:title>
  <dc:creator>Jyoti Kataria</dc:creator>
  <cp:lastModifiedBy>Jyoti Kataria</cp:lastModifiedBy>
  <cp:revision>19</cp:revision>
  <dcterms:created xsi:type="dcterms:W3CDTF">2021-01-20T17:43:10Z</dcterms:created>
  <dcterms:modified xsi:type="dcterms:W3CDTF">2021-01-30T21:42:13Z</dcterms:modified>
</cp:coreProperties>
</file>